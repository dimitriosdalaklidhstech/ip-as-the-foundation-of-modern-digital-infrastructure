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58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1097280"/>
            <a:ext cx="1097280" cy="10972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CLOUD INFRASTRUCTURE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File Backup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TCP Behaviour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bulk data transfer over TCP is harder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it looks — and how to get it right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D15"/>
          </a:solidFill>
          <a:ln w="12700">
            <a:solidFill>
              <a:srgbClr val="060D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Dimitrios Dalaklidis  |  Computer Networks  |  University of Western Macedonia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Backup Actually Needs from TCP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 is not like web browsing. It has a distinct performance profile that shapes every TCP design decision.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783080"/>
            <a:ext cx="128016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HIGH PRIORITY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8912" y="2029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must arrive intact. Data loss in a backup is unacceptable — TCP's ACK and retransmission mechanisms are non-negotiable 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73752" y="1783080"/>
            <a:ext cx="128016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HIGH PRIORITY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73752" y="2029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3752" y="2331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data must transfer efficiently. Congestion control must not throttle bandwidth more than necessary on stable links.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" y="3429000"/>
            <a:ext cx="1280160" cy="20116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3429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LOW PRIORITY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8912" y="3675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jobs run in the background. A few extra milliseconds of RTT are irrelevant — unlike real-time video or interactive apps.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3291840"/>
            <a:ext cx="4160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73752" y="3429000"/>
            <a:ext cx="1280160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429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ACTIVE RISK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73752" y="3675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73752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backup flows can crowd out other traffic on shared links. TCP must self-regulate to avoid degrading the wider network.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TCP Struggles in Cloud Backup Environments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challenges that degrade backup performance — even when the network looks healthy.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83464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Variability &amp; Timeout Sensitivity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datacenters introduce geographic distance, multi-tenant shared infrastructure, and dynamic routing — all of which cause RTT to fluctuate unpredictably.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calibrated RTO triggers unnecessary retransmissions (too small) or delays loss detection (too large). Both outcomes increase total transfer 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4462272"/>
            <a:ext cx="237744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462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Root cause: RTO miscalibration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283464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Bufferbloat from Aggressive Window Growth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57860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Loss-based algorithms like CUBIC grow the congestion window aggressively until a packet is dropped. In cloud environments with large buffers, this fills queues before loss is detected.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high throughput on paper, but inflated RTT and degraded responsiveness for all other traffic on the link.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4462272"/>
            <a:ext cx="2377440" cy="23774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4462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Root cause: Buffer overfill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83464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Under Concurrent 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57860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jobs are long-lived, high-volume flows. Running alongside interactive traffic (web, video calls), they can starve other connections — especially when TCP congestion control does not self-limit.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helps, but the balance between backup speed and network fairness requires deliberate tuning.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4462272"/>
            <a:ext cx="237744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462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Root cause: Flow dominance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These are not failures of TCP — they are design trade-offs that become visible at cloud scale.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Works: Mechanisms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78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THAT HELP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SACK (Selective Acknowledgment)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receiver to acknowledge non-contiguous data blocks, so the sender only retransmits exactly what was lost — not everything after the gap. Critical for high-latency cloud links.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276856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276856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Smoothing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averaging of RTT samples (as per RFC 793) produces a stable RTO estimate, preventing both over-eager retransmissions and delayed loss detection in variable-RTT cloud environments.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36392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13639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 + AIMD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window growth prevents buffer flooding on connection setup. Additive increase / multiplicative decrease ensures fair bandwidth sharing with concurrent flows over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995928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995928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5993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BBR (for bulk transfers)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bottleneck bandwidth and propagation RTT directly, avoiding bufferbloat. Outperforms CUBIC for large backup flows on LTE and similar high-bandwidth variable links.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078992"/>
            <a:ext cx="33375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1234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60020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files, stable link?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180136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2057400"/>
            <a:ext cx="297180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files, mixed traffic?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2368296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2624328"/>
            <a:ext cx="297180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0" y="273405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RTT variance?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2935224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SACK + RTT smoothing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0" y="3191256"/>
            <a:ext cx="297180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330098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network link?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3502152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AIMD, monitor fairness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0" y="3758184"/>
            <a:ext cx="297180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0" y="386791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Bufferbloat observed?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4069080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BBR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 et al., PAM 2017; RFC 793; RFC 2018 (SACK); Le Boudec &amp; Thiran, Network Calculus, 2001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On-screen Show (16:9)</PresentationFormat>
  <Paragraphs>67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File Backup &amp; TCP Behaviour</dc:title>
  <dc:subject>PptxGenJS Presentation</dc:subject>
  <dc:creator>PptxGenJS</dc:creator>
  <cp:lastModifiedBy>DIMITRIOS DALAKLIDIS</cp:lastModifiedBy>
  <cp:revision>1</cp:revision>
  <dcterms:created xsi:type="dcterms:W3CDTF">2026-02-20T01:55:05Z</dcterms:created>
  <dcterms:modified xsi:type="dcterms:W3CDTF">2026-02-20T01:59:51Z</dcterms:modified>
</cp:coreProperties>
</file>