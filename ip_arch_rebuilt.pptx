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365760"/>
            <a:ext cx="2011680" cy="20116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822960"/>
            <a:ext cx="1188720" cy="11887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834640"/>
            <a:ext cx="91440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3200400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160020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CLOUD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94560" y="1143000"/>
            <a:ext cx="16002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IoT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23360" y="1143000"/>
            <a:ext cx="1600200" cy="256032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5G / 6G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50876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Architecture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Modern Networks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protocol connects Cloud infrastructure,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and 5G/6G mobile networks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Dimitrios Dalaklidis  |  Network Design  |  University of Western Macedonia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IP in Cloud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is the universal layer that makes dynamic, virtualised cloud environments possible.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1732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&amp; Containers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or container gets its own virtual network interface and IP address — creating the illusion of an independent compute node. IP acts as the common layer connecting virtual workloads to physical infrastructure.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41732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41732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Switches &amp; Routers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switches forward IP packets between VMs on the same physical host without touching the physical network — delivering low latency. Virtual routers connect isolated tenant networks and provide external access.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417320"/>
            <a:ext cx="2788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417320"/>
            <a:ext cx="278892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 Overlay Networks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64224" y="2011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 encapsulates Ethernet frames inside IP/UDP packets, enabling up to 16 million isolated virtual networks to coexist on the same physical Layer 3 fabric — each tenant identified by a unique VNI.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3840480"/>
            <a:ext cx="864108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84048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862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NICs offload IP checksum calculation and VXLAN encapsulation from the CPU — critical at scale. Multiqueue NICs allow parallel processing of multiple IP flows, sustaining performance in high-density VM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IP in IoT — Constrained Devices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IP on devices with kilobytes of RAM required fundamental protocol redesign — not just optimisation.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1732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Node Classes (RFC 7228)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874520"/>
            <a:ext cx="4114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57400"/>
            <a:ext cx="475488" cy="47548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9264" y="1947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KiB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22402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IP stack — requires gateway proxy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7889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9718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9264" y="2862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KiB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31546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6LoWPAN + lightweight stack (uIP/lwIP)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3703320"/>
            <a:ext cx="4114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88620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" y="37764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KiB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9264" y="406908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full protocols — with energy constraints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417320"/>
            <a:ext cx="42793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4173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490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— Essential for IoT Scale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73168" y="18013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IPv4's 4 billion addresses are exhausted. IPv6 provides 340 undecillion addresses, stateless autoconfiguration, and simpler headers — critical for billions of connected devices.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617720" y="2532888"/>
            <a:ext cx="42793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53288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606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— Header Compression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73168" y="2916936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IPv6 headers from 40 bytes to just 2–3 bytes. Essential for IEEE 802.15.4 networks with 127-byte frame limits and severe bandwidth constraints.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617720" y="3648456"/>
            <a:ext cx="42793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3648456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37216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OS Stacks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73168" y="403250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Contiki and RIOT implement event-driven TCP/IP with minimal footprint, enabling real-time IP communication on hardware with less RAM than a 1980s home computer.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256032" y="4727448"/>
            <a:ext cx="864108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7274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trade-off: Every IoT stack choice balances IP compatibility, energy consumption, and memory footprint.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IP in 5G/6G Networks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is built all-IP from the ground up — every packet, every control signal, every voice call travels over IP.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17320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17320"/>
            <a:ext cx="41879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45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All-IP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92938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data and control signals converge on IP — eliminating legacy circuit-switched infrastructure. This simplifies network management and enables full convergence between fixed and mobile networks.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17320"/>
            <a:ext cx="41879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545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Handover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92938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Mobile IPv6 (PMIPv6) keeps a user's IP address constant across base stations. Session and Service Continuity (SSC) modes deliver zero-interruption handovers — even at high speed.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3172968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172968"/>
            <a:ext cx="418795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 (SRv6)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" y="368503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IP-in-IP encapsulation and Segment Routing (SRv6) carve the same physical infrastructure into isolated virtual networks — each with its own QoS profile for autonomous vehicles, video streaming, or smart grids.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172968"/>
            <a:ext cx="41879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172968"/>
            <a:ext cx="41879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300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&amp; Edge Computing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685032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Ultra-Reliable Low Latency Communications demand sub-1ms IP stacks. Multi-access Edge Computing (MEC) pushes processing to the network edge using SmartNICs and IP-aware routing — avoiding central datacenter round-trips.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27448"/>
            <a:ext cx="841248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evolution: IP is being extended to support semantic communication — where the meaning of data influences routing decisions, not just destination addresses.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Across Domains —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19072" y="1024128"/>
            <a:ext cx="22402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19072" y="1024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59352" y="1024128"/>
            <a:ext cx="22402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9352" y="1024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024128"/>
            <a:ext cx="22402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024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5G / 6G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63040"/>
            <a:ext cx="8641080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63040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63040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19072" y="1463040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46304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VMs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containers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59352" y="1463040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46304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nodes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463040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63040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users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267712"/>
            <a:ext cx="8641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267712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267712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19072" y="2267712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267712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VXLAN, overlay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59352" y="2267712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2267712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6LoWPAN, IPv6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99632" y="2267712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267712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SRv6, PMIPv6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072384"/>
            <a:ext cx="8641080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072384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72384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challenge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19072" y="3072384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3072384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59352" y="3072384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3072384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3072384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072384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877056"/>
            <a:ext cx="86410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877056"/>
            <a:ext cx="54864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877056"/>
            <a:ext cx="1298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719072" y="3877056"/>
            <a:ext cx="45720" cy="749808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3877056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between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entities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59352" y="3877056"/>
            <a:ext cx="45720" cy="74980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877056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address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tiny devices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99632" y="3877056"/>
            <a:ext cx="45720" cy="74980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877056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All-IP convergence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slicing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"/>
            <a:ext cx="2377440" cy="237744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731520"/>
            <a:ext cx="1371600" cy="1371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3108960"/>
            <a:ext cx="731520" cy="73152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3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743200"/>
            <a:ext cx="548640" cy="54864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The Common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of Modern Networks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505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Cloud, IP enables millions of virtual entities to communicate as if on a single flat network — while staying physically isolated through VXLAN and overlay techniques.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22783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363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IoT, IPv6 and 6LoWPAN make IP viable on devices with kilobytes of RAM — extending internet connectivity to billions of constrained sensors and actuators.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2219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5G/6G, an all-IP architecture converges voice, data and control into one fabric — with network slicing and edge computing delivering ultra-low latency at scale.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References: RFC 7348 (VXLAN) · RFC 7228 (IoT Nodes) · Mulligan 2007 (6LoWPAN) · Shayea et al. 2020 (5G Mobility)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2026-02-20T02:19:00Z</dcterms:created>
  <dcterms:modified xsi:type="dcterms:W3CDTF">2026-02-20T02:19:00Z</dcterms:modified>
</cp:coreProperties>
</file>